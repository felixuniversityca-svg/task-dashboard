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972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3317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L'IA,</a:t>
            </a:r>
            <a:endParaRPr lang="en-US" sz="66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6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concrètement.</a:t>
            </a:r>
            <a:endParaRPr lang="en-US" sz="6600" dirty="0"/>
          </a:p>
        </p:txBody>
      </p:sp>
      <p:sp>
        <p:nvSpPr>
          <p:cNvPr id="4" name="Text 1"/>
          <p:cNvSpPr/>
          <p:nvPr/>
        </p:nvSpPr>
        <p:spPr>
          <a:xfrm>
            <a:off x="566928" y="4800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construit en deux mois, et ce que vous pourrez utiliser avant la fin du café.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899855" y="6172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Mardi 21 juillet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cerveau, la bibliothèque, la tuyauterie.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0358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CERVEAU DE L'OPÉRATION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3291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Mistral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L'IA à qui on parle, qui comprend, qui rédige. Elle suit et alimente le projet de bout en bout.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3774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9120" y="30358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BIBLIOTHÈQUE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389120" y="3291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389120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Comptes, contacts, historique. C'est là que tout doit finir, trié, proprement rangé.</a:t>
            </a:r>
            <a:endParaRPr lang="en-US" sz="13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774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29600" y="30358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TUYAUTERIE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8229600" y="3291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8229600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elle qui les fait dialoguer.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trajet de l'information.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064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déclencheur — vous, dans Teams.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Un mémo, un brief, une question...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transcription — Voxtral.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voix devient du texte.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brique qui comprend — Mistral.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texte devient de l'information.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L'action — Salesforce.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L'information est triée et rangée au bon endroit.</a:t>
            </a:r>
            <a:endParaRPr lang="en-US" sz="1700" dirty="0"/>
          </a:p>
          <a:p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retour — dans Teams. </a:t>
            </a:r>
            <a:pPr indent="0" marL="0">
              <a:lnSpc>
                <a:spcPts val="26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validez, en un clic.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n8n, l'automate qui tire les fils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DIAGNOSTIC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n’a pas tous le réflexe Salesforce... ni toujours le temps.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Tout le monde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Ce qui se dit en RDV, ça reste dans la tête de ceux qui y étaient.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IR et buy-out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Aucun moyen d’interroger nos participations d’un coup.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Les équipes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i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On ne sait pas ce qui bouge chez nos LP. »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Chris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PROBLÈME   </a:t>
            </a:r>
            <a:pPr indent="0" marL="0">
              <a:buNone/>
            </a:pPr>
            <a:r>
              <a:rPr lang="en-US" sz="2000" i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L'information est là, </a:t>
            </a:r>
            <a:pPr indent="0" marL="0">
              <a:buNone/>
            </a:pPr>
            <a:r>
              <a:rPr lang="en-US" sz="2000" b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</a:t>
            </a:r>
            <a:pPr indent="0" marL="0">
              <a:buNone/>
            </a:pPr>
            <a:r>
              <a:rPr lang="en-US" sz="2000" i="1" strike="sngStrike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à portée de main.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outils pour la rendre plus accessible.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compte-rendu qui s'écrit tout seul.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1 · APRÈS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11h02, vous sortez d’un rendez-vous. Une minute de dictée dans Teams, le compte-rendu s’écrit : vous donnez votre feu vert. Demander un résumé à une IA, tout le monde sait déjà le faire. La différence est ailleurs : ici, il est rédigé directement dans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0A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sur le bon compte, avec le bon contact,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bref.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 bon endroit.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dictez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cartes arrivent dans votre chat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validez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Zéro saisie Salesforce. </a:t>
            </a:r>
            <a:pPr indent="0" marL="0"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parlez, vous validez, c’est rangé.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Arriver prêt, sans rien préparer.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2 · AVANT LE RENDEZ-VOUS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est 9h21, vous voyez un LP dans 20 minutes. Une phrase dans Teams : il relit d’abord tout ce que notre Salesforce sait déjà de lui, puis enrichit avec ce qui se dit dehors :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CFnews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presse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registres officiels</a:t>
            </a:r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LinkedIn aussi, à prendre avec un peu de recul. Vous arrivez préparé, sans rien avoir ouvert.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écrivez comme vous parlez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lit notre Salesforce</a:t>
            </a:r>
            <a:endParaRPr lang="en-US" sz="1600" dirty="0"/>
          </a:p>
          <a:p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il enrichit : CFnews, presse, registres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fait que lire. </a:t>
            </a:r>
            <a:pPr indent="0" marL="0"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phrase, trente secondes, vous arrivez préparé.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EXPRESS · LE RÉSULTAT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Trente secondes plus tard.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Sylvain QUERNEAU</a:t>
            </a:r>
            <a:pPr indent="0" marL="0">
              <a:buNone/>
            </a:pPr>
            <a:r>
              <a:rPr lang="en-US" sz="1100" b="1" dirty="0">
                <a:solidFill>
                  <a:srgbClr val="0E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🟢 LP, déjà investi (Levée Bluester Europe V)</a:t>
            </a:r>
            <a:pPr indent="0" marL="0">
              <a:buNone/>
            </a:pPr>
            <a:r>
              <a:rPr lang="en-US" sz="11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Généré le 20 juillet 2026 · 28 secondes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LP, associé fondateur de Breizh Rebond, investi en son nom propre sur Bluester Europe V. Vu au dîner LP de Nantes avec Chris le 7 juillet : programmer le RDV Edelweiss 2.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 Salesforce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: Chris Chenebault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Prescripteur : Chris Chenebault (salon de Rennes, nov. 2025)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Dernier contact : Le 7 juillet 2026 (dîner à Nantes)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 : Sylvain Querneau (en nom propre)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Engagements : Levée Bluester Europe V · 200 000 €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🕘 Historique de la relation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13/07/2026 — Nouvelle piste ouverte : Levée Edelweiss 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07/07/2026 — Dîner LP avec Chris, à Nantes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09/12/2025 — Relance sur le teaser Bluester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28/11/2025 — Échange : confirme étudier le teaser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27/11/2025 — Vu au salon de Rennes, envoi du teaser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09360" y="1920240"/>
            <a:ext cx="53035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Registre officiel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 : Sylvain Querneau, associé fondateur (Breizh Rebond)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</a:t>
            </a:r>
            <a:endParaRPr lang="en-US" sz="1100" dirty="0"/>
          </a:p>
          <a:p>
            <a:pPr marL="127000" indent="-1270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Associé fondateur de Breizh Rebond (Rennes), premier fonds breton de retournement, créé en 2021, spécialisé dans le financement de PME en difficulté.</a:t>
            </a:r>
            <a:endParaRPr lang="en-US" sz="1100" dirty="0"/>
          </a:p>
          <a:p>
            <a:pPr marL="127000" indent="-1270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M€ investis dans 10 PME, tickets de 1 à 6 M€.</a:t>
            </a:r>
            <a:endParaRPr lang="en-US" sz="1100" dirty="0"/>
          </a:p>
          <a:p>
            <a:pPr marL="127000" indent="-127000">
              <a:lnSpc>
                <a:spcPts val="1600"/>
              </a:lnSpc>
              <a:buSzPct val="100000"/>
              <a:buChar char="•"/>
            </a:pPr>
            <a:r>
              <a:rPr lang="en-US" sz="11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« Best French Turnaround Investor », Private Equity Exchange 2025.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36A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PS. Il voit les PME de l’Ouest par le bas du cycle, nous par le haut : un prescripteur autant qu’un LP.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Sujets potentiellement sensibles — une reprise récente s’est accompagnée de suppressions de postes. À ne pas aborder en ouverture.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: Salesforce · CFnews · Registre INSEE / RNE · LinkedIn · Ouest-France · Presse spécialisée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9169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Interroger nos participations.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3 · VIRTUAL BRAIN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 venu de l’équipe IR : des agents qui vont chercher, systématiquement, la même information dans chacune de nos participations, données sensibles comprises. Ici, la cartographie bancaire : deux régions, une banque, l’analyse tombe.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44</a:t>
            </a:r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participations en relation bancaire avec le groupe BPCE</a:t>
            </a:r>
            <a:endParaRPr lang="en-US" sz="1400" dirty="0"/>
          </a:p>
          <a:p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62,8 M€</a:t>
            </a:r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engagés par BPCE dans les opérations CC, cumul d’origine</a:t>
            </a:r>
            <a:endParaRPr lang="en-US" sz="1400" dirty="0"/>
          </a:p>
          <a:p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pPr indent="0" marL="0">
              <a:lnSpc>
                <a:spcPts val="3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6B6D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lignes de financement BPCE tracées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CEBPL · extrait —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52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e-Testing · Caisse d’Épargne BPL 1,4 M€ · GERESO · BP Grand Ouest, senior 1,6 M€ · Oceanet · BPA, pool de 6 banques 5,8 M€ · ABE Courtage · CA, Arkéa, CMB hors BPCE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SORTANT D'ICI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choses, utilisables ce matin.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Installez CR Express</a:t>
            </a:r>
            <a:endParaRPr lang="en-US" sz="2000" dirty="0"/>
          </a:p>
          <a:p>
            <a:pPr indent="0" marL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Demandez un Brief Express</a:t>
            </a:r>
            <a:endParaRPr lang="en-US" sz="2000" dirty="0"/>
          </a:p>
          <a:p>
            <a:pPr indent="0" marL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ts val="3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Parlez à Virtual Brain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 les utilise, </a:t>
            </a:r>
            <a:pPr indent="0" marL="0">
              <a:buNone/>
            </a:pPr>
            <a:r>
              <a:rPr lang="en-US" sz="2100" b="1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ils deviennent bons.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48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14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D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idée, un cas d’usage ? Venez nous voir.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5577840"/>
            <a:ext cx="1737360" cy="6843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2026-07-20T10:07:02Z</dcterms:created>
  <dcterms:modified xsi:type="dcterms:W3CDTF">2026-07-20T10:07:02Z</dcterms:modified>
</cp:coreProperties>
</file>