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3317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L'IA,</a:t>
            </a:r>
            <a:endParaRPr lang="en-US" sz="66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concrètement.</a:t>
            </a:r>
            <a:endParaRPr lang="en-US" sz="6600" dirty="0"/>
          </a:p>
        </p:txBody>
      </p:sp>
      <p:sp>
        <p:nvSpPr>
          <p:cNvPr id="4" name="Text 1"/>
          <p:cNvSpPr/>
          <p:nvPr/>
        </p:nvSpPr>
        <p:spPr>
          <a:xfrm>
            <a:off x="566928" y="4800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construit en deux mois, et ce que vous pouvez installer en sortant d’ici.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 DE L'OPÉRATION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 à qui on parle, qui comprend, qui rédige. Elle suit et alimente le projet de bout en bout.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377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912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BIBLIOTHÈQUE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38912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38912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Comptes, contacts, historique. C'est là que tout doit finir, trié, proprement rangé.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77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TUYAUTERIE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822960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822960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elle qui fait dialoguer le cerveau et la bibliothèque.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trajet de l'information.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déclencheur — vous, dans Teams.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Un mémo, un brief, une question...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transcription — Voxtral.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voix devient du texte.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brique qui comprend — Mistral.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texte devient de l'information.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L'action — Salesforce.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triée et rangée au bon endroit.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retour — dans Teams.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validez, en un clic.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n8n, l'automate qui tire les fils.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n’a pas tous le réflexe Salesforce... ni toujours le temps.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Tout le monde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IR et buy-out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d’interroger nos participations d’un coup.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Les équipes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Chris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SUJET   </a:t>
            </a:r>
            <a:pPr indent="0" marL="0">
              <a:buNone/>
            </a:pPr>
            <a:r>
              <a:rPr lang="en-US" sz="20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indent="0" marL="0">
              <a:buNone/>
            </a:pPr>
            <a:r>
              <a:rPr lang="en-US" sz="20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indent="0" marL="0">
              <a:buNone/>
            </a:pPr>
            <a:r>
              <a:rPr lang="en-US" sz="2000" i="1" strike="sngStrike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outils pour la mettre à portée de main.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compte-rendu qui s'écrit tout seul.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dictez.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 : compte, fonds, compte rendu, écriture Salesforce.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Zéro saisie Salesforce. </a:t>
            </a:r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parlez, vous validez, c’est rangé.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Arriver prêt, sans rien préparer.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parlez.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Salesforce.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 · LE RÉSULTAT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Trente secondes plus tard.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🟢 LP, déjà investi (Levée Bluester Europe V)</a:t>
            </a:r>
            <a:pPr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Généré le 20 juillet 2026 · 28 secondes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: Chris Chenebault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Prescripteur : Chris Chenebault (salon de Rennes, nov. 2025)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contact : le 7 juillet 2026 (dîner à Nantes)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 : Sylvain Querneau (en nom propre)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 : Levée Bluester Europe V · 200 000 €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 de la relation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13/07/2026 — Nouvelle piste ouverte : Levée Edelweiss 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07/07/2026 — Dîner LP avec Chris, à Nantes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09/12/2025 — Relance sur le teaser Bluester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28/11/2025 — Échange : confirme étudier le teaser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27/11/2025 — Vu au salon de Rennes, envoi du teaser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09360" y="1920240"/>
            <a:ext cx="53035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Associé fondateur de Breizh Rebond (Rennes), premier fonds breton de retournement, créé en 2021, spécialisé dans le financement de PME en difficulté.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M€ investis dans 10 PME, tickets de 1 à 6 M€.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« Best French Turnaround Investor », Private Equity Exchange 2025.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PS. Il voit les PME de l’Ouest par le bas du cycle, nous par le haut : un prescripteur autant qu’un LP.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Sujets potentiellement sensibles — une reprise récente s’est accompagnée de suppressions de postes. À ne pas aborder en ouverture.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: Salesforce · CFnews · Registre INSEE / RNE · LinkedIn · Ouest-France · Presse spécialisée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Interroger nos participations.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 (Bretagne + Pays de la Loire), une banque (Caisse d’Épargne), l’analyse tombe.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relations bancaires rattachées au groupe BPCE</a:t>
            </a:r>
            <a:endParaRPr lang="en-US" sz="1400" dirty="0"/>
          </a:p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 prêt effectif, Tier 1 Caisse d’Épargne</a:t>
            </a:r>
            <a:endParaRPr lang="en-US" sz="1400" dirty="0"/>
          </a:p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545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lignes de financement cartographiées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 —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d’Épargne BPL 22,2 M€ · Banque Populaire Grand Ouest 14,8 M€ · Crédit Agricole 11,3 M€ · Autres (12 établissements) 31,5 M€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Installez CR Express.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Dictez votre compte-rendu, validez quatre cartes : tout est rangé dans Salesforce.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Demandez un Brief Express.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 dans Teams, trente secondes : la fiche complète avant votre rendez-vous.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Parlez à Virtual Brain.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question, toutes nos participations interrogées d’un coup.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 les utilise, </a:t>
            </a:r>
            <a:pPr indent="0" marL="0">
              <a:buNone/>
            </a:pPr>
            <a:r>
              <a:rPr lang="en-US" sz="21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ils deviennent bons.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idée, un cas d’usage ? Venez nous voir.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5577840"/>
            <a:ext cx="1737360" cy="684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2026-07-18T11:42:37Z</dcterms:created>
  <dcterms:modified xsi:type="dcterms:W3CDTF">2026-07-18T11:42:37Z</dcterms:modified>
</cp:coreProperties>
</file>