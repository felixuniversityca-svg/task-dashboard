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600">
        <p:fade/>
      </p:transition>
    </mc:Choice>
    <mc:Fallback>
      <p:transition spd="fast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t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350">
        <p159:morph option="byObject"/>
      </p:transition>
    </mc:Choice>
    <mc:Fallback>
      <p:transition spd="fast" advTm="35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t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00" advTm="450">
        <p159:morph option="byObject"/>
      </p:transition>
    </mc:Choice>
    <mc:Fallback>
      <p:transition spd="fast" advTm="45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t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00" advTm="900">
        <p159:morph option="byObject"/>
      </p:transition>
    </mc:Choice>
    <mc:Fallback>
      <p:transition spd="fast" advTm="9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tl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000">
        <p159:morph option="byObject"/>
      </p:transition>
    </mc:Choice>
    <mc:Fallback>
      <p:transition spd="fast" advTm="1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850">
        <p159:morph option="byObject"/>
      </p:transition>
    </mc:Choice>
    <mc:Fallback>
      <p:transition spd="fast" advTm="185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100">
        <p159:morph option="byObject"/>
      </p:transition>
    </mc:Choice>
    <mc:Fallback>
      <p:transition spd="fast" advTm="11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400">
        <p159:morph option="byObject"/>
      </p:transition>
    </mc:Choice>
    <mc:Fallback>
      <p:transition spd="fast" advTm="4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2792110" y="3741420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3205086" y="2912720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4150963" y="2829695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4962841" y="3096889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5103199" y="4060546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5644212" y="4653145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6618588" y="4653145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7031542" y="3914506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7198978" y="2957224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8111836" y="2829695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8966321" y="3053547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v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9323385" y="3907188"/>
            <a:ext cx="76200" cy="7620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d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200">
        <p159:morph option="byObject"/>
      </p:transition>
    </mc:Choice>
    <mc:Fallback>
      <p:transition spd="fast" advTm="12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d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200">
        <p159:morph option="byObject"/>
      </p:transition>
    </mc:Choice>
    <mc:Fallback>
      <p:transition spd="fast" advTm="12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dg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200">
        <p159:morph option="byObject"/>
      </p:transition>
    </mc:Choice>
    <mc:Fallback>
      <p:transition spd="fast" advTm="12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dg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>
        <p159:morph option="byObject"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dg-verdi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dg-ans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div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700">
        <p:fade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700">
        <p:fade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2400">
        <p159:morph option="byObject"/>
      </p:transition>
    </mc:Choice>
    <mc:Fallback>
      <p:transition spd="fast" advTm="24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400">
        <p159:morph option="byObject"/>
      </p:transition>
    </mc:Choice>
    <mc:Fallback>
      <p:transition spd="fast" advTm="24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3000">
        <p159:morph option="byObject"/>
      </p:transition>
    </mc:Choice>
    <mc:Fallback>
      <p:transition spd="fast" advTm="30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600">
        <p159:morph option="byObject"/>
      </p:transition>
    </mc:Choice>
    <mc:Fallback>
      <p:transition spd="fast" advTm="260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cr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di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700">
        <p:fade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bf-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700">
        <p:fade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bf-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>
        <p159:morph option="byObject"/>
      </p:transition>
    </mc:Choice>
    <mc:Fallback>
      <p:transition spd="fast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bf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bf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500">
        <p159:morph option="byObject"/>
      </p:transition>
    </mc:Choice>
    <mc:Fallback>
      <p:transition spd="fast" advTm="1500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bf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bf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bf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bf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pic>
        <p:nvPicPr>
          <p:cNvPr id="3" name="!!fiche" descr="/tmp/claude-0/-home-user-task-dashboard/950a55b0-4721-535a-87f2-b3c697a08999/scratchpad/pptx-build/assets2/bf-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105" y="1109352"/>
            <a:ext cx="2291486" cy="47410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fi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pic>
        <p:nvPicPr>
          <p:cNvPr id="3" name="!!fiche" descr="/tmp/claude-0/-home-user-task-dashboard/950a55b0-4721-535a-87f2-b3c697a08999/scratchpad/pptx-build/assets2/fi-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248" y="1378982"/>
            <a:ext cx="8839200" cy="47704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250" advTm="700">
        <p159:morph option="byObject"/>
      </p:transition>
    </mc:Choice>
    <mc:Fallback>
      <p:transition spd="fast" advTm="700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fi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350" advTm="550">
        <p:fade/>
      </p:transition>
    </mc:Choice>
    <mc:Fallback>
      <p:transition spd="fast" advTm="550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fi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350" advTm="550">
        <p:fade/>
      </p:transition>
    </mc:Choice>
    <mc:Fallback>
      <p:transition spd="fast" advTm="550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fi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350">
        <p:fade/>
      </p:transition>
    </mc:Choice>
    <mc:Fallback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di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700">
        <p:fade/>
      </p:transition>
    </mc:Choice>
    <mc:Fallback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vb-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700">
        <p:fade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vb-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3200">
        <p159:morph option="byObject"/>
      </p:transition>
    </mc:Choice>
    <mc:Fallback>
      <p:transition spd="fast" advTm="3200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vb-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700">
        <p159:morph option="byObject"/>
      </p:transition>
    </mc:Choice>
    <mc:Fallback>
      <p:transition spd="fast" advTm="1700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vb-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vb-a4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pic>
        <p:nvPicPr>
          <p:cNvPr id="3" name="!!app" descr="/tmp/claude-0/-home-user-task-dashboard/950a55b0-4721-535a-87f2-b3c697a08999/scratchpad/pptx-build/assets2/vb-ap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972" y="2558653"/>
            <a:ext cx="4958715" cy="20497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>
        <p159:morph option="byObject"/>
      </p:transition>
    </mc:Choice>
    <mc:Fallback>
      <p:transition spd="fast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vb-o1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pic>
        <p:nvPicPr>
          <p:cNvPr id="3" name="!!app" descr="/tmp/claude-0/-home-user-task-dashboard/950a55b0-4721-535a-87f2-b3c697a08999/scratchpad/pptx-build/assets2/vb-app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08" y="2558653"/>
            <a:ext cx="4958715" cy="20497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 advTm="250">
        <p159:morph option="byObject"/>
      </p:transition>
    </mc:Choice>
    <mc:Fallback>
      <p:transition spd="fast" advTm="250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vb-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00" advTm="250">
        <p159:morph option="byObject"/>
      </p:transition>
    </mc:Choice>
    <mc:Fallback>
      <p:transition spd="fast" advTm="250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vb-o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00" advTm="250">
        <p159:morph option="byObject"/>
      </p:transition>
    </mc:Choice>
    <mc:Fallback>
      <p:transition spd="fast" advTm="250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vb-o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00">
        <p159:morph option="byObject"/>
      </p:transition>
    </mc:Choice>
    <mc:Fallback>
      <p:transition spd="fast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th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700" advTm="250">
        <p:fade/>
      </p:transition>
    </mc:Choice>
    <mc:Fallback>
      <p:transition spd="fast" advTm="250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th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00" advTm="250">
        <p159:morph option="byObject"/>
      </p:transition>
    </mc:Choice>
    <mc:Fallback>
      <p:transition spd="fast" advTm="250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th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00" advTm="500">
        <p159:morph option="byObject"/>
      </p:transition>
    </mc:Choice>
    <mc:Fallback>
      <p:transition spd="fast" advTm="500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th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00">
        <p159:morph option="byObject"/>
      </p:transition>
    </mc:Choice>
    <mc:Fallback>
      <p:transition spd="fast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sk-dashboard/950a55b0-4721-535a-87f2-b3c697a08999/scratchpad/pptx-build/assets2/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14="http://schemas.microsoft.com/office/powerpoint/2010/main" spd="slow" p14:dur="700">
        <p:fade/>
      </p:transition>
    </mc:Choice>
    <mc:Fallback>
      <p:transition spd="fast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2026-07-19T17:42:36Z</dcterms:created>
  <dcterms:modified xsi:type="dcterms:W3CDTF">2026-07-19T17:42:36Z</dcterms:modified>
</cp:coreProperties>
</file>